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d9feb9215946bd" /><Relationship Type="http://schemas.openxmlformats.org/officeDocument/2006/relationships/extended-properties" Target="/docProps/app.xml" Id="R6585963b383e42d6" /><Relationship Type="http://schemas.openxmlformats.org/officeDocument/2006/relationships/officeDocument" Target="/ppt/presentation.xml" Id="R2a6f7fdee9c4471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36166c5dae4d31"/>
    <p:sldMasterId xmlns:r="http://schemas.openxmlformats.org/officeDocument/2006/relationships" id="2147483650" r:id="R1cc37e08eee9442a"/>
    <p:sldMasterId xmlns:r="http://schemas.openxmlformats.org/officeDocument/2006/relationships" id="2147483662" r:id="R696e8fa73fd94809"/>
  </p:sldMasterIdLst>
  <p:notesMasterIdLst>
    <p:notesMasterId xmlns:r="http://schemas.openxmlformats.org/officeDocument/2006/relationships" r:id="R4599c6e602564e46"/>
  </p:notesMasterIdLst>
  <p:sldIdLst>
    <p:sldId xmlns:r="http://schemas.openxmlformats.org/officeDocument/2006/relationships" id="256" r:id="Ra954b60b30264544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701b573ba5742b7" /><Relationship Type="http://schemas.openxmlformats.org/officeDocument/2006/relationships/slideMaster" Target="/ppt/slideMasters/slideMaster1.xml" Id="R7836166c5dae4d31" /><Relationship Type="http://schemas.openxmlformats.org/officeDocument/2006/relationships/slideMaster" Target="/ppt/slideMasters/slideMaster2.xml" Id="R1cc37e08eee9442a" /><Relationship Type="http://schemas.openxmlformats.org/officeDocument/2006/relationships/slideMaster" Target="/ppt/slideMasters/slideMaster3.xml" Id="R696e8fa73fd94809" /><Relationship Type="http://schemas.openxmlformats.org/officeDocument/2006/relationships/notesMaster" Target="/ppt/notesMasters/notesMaster1.xml" Id="R4599c6e602564e46" /><Relationship Type="http://schemas.openxmlformats.org/officeDocument/2006/relationships/presProps" Target="/ppt/presProps.xml" Id="R2b724484a38b401a" /><Relationship Type="http://schemas.openxmlformats.org/officeDocument/2006/relationships/viewProps" Target="/ppt/viewProps.xml" Id="R8ccb0c4ff346420b" /><Relationship Type="http://schemas.openxmlformats.org/officeDocument/2006/relationships/tableStyles" Target="/ppt/tableStyles.xml" Id="R01a97d5e75dc4a6b" /><Relationship Type="http://schemas.openxmlformats.org/officeDocument/2006/relationships/slide" Target="/ppt/slides/slide1.xml" Id="Ra954b60b3026454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8d86cfc39c174cc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e50b43865994182" /><Relationship Type="http://schemas.openxmlformats.org/officeDocument/2006/relationships/notesMaster" Target="/ppt/notesMasters/notesMaster1.xml" Id="Rfe0ef03b85ae43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stnolting/neoTRNG：https://github.com/stnolting/neoTRNG，用途：TRNG 熵源实现来源。</a:t>
            </a:r>
          </a:p>
          <a:p xmlns:a="http://schemas.openxmlformats.org/drawingml/2006/main">
            <a:r>
              <a:t>- WangXuan95/FPGA-SHA-Family：https://github.com/WangXuan95/FPGA-SHA-Family，用途：FPGA SHA-256 后处理模块来源。</a:t>
            </a:r>
          </a:p>
          <a:p xmlns:a="http://schemas.openxmlformats.org/drawingml/2006/main">
            <a:r>
              <a:t>- NIST SP 800-22 Rev.1a：https://csrc.nist.gov/pubs/sp/800/22/r1/upd1/final，用途：后续随机性离线统计测试依据。</a:t>
            </a:r>
          </a:p>
          <a:p xmlns:a="http://schemas.openxmlformats.org/drawingml/2006/main">
            <a:r>
              <a:t>- NIST SP 800-90B：https://csrc.nist.gov/pubs/sp/800/90/b/final，用途：后续熵源健康检测改进依据。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ad5d7730b74bae" /><Relationship Type="http://schemas.openxmlformats.org/officeDocument/2006/relationships/image" Target="/ppt/media/image.jpeg" Id="Rbbd401ee818d4f8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13a8343095d4cc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6798c638bf14a5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e39cf07861948d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3076a8ab0dd410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359d100a63e452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84e376b7ec34eb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aa1f8558b294a5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5d0de3bcaa1454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2891a38afac426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2163e0371a54d44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9e167b287b149db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768bebfaa16b4bbb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90e57a304dff4f2c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c77e6f7662ab4c66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5adcfb2366f441be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c198571ab59a4623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7ab54dce1a3e4327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09781b4cfb0c4db1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a0f2c90d91db4072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e3208e8410e64303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ccd5bd799aae4a85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bb4f152a1e94c2d" /></Relationships>
</file>

<file path=ppt/slideLayouts/slideLayout1.xml><?xml version="1.0" encoding="utf-8"?>
<p:sldLayout xmlns:p="http://schemas.openxmlformats.org/presentationml/2006/main" preserve="1" userDrawn="1">
  <p:cSld name="タイトルのみ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F44FA57-C2FA-457F-BA54-06A8EFAF74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ADCD550A-6E27-4D9D-B33A-3E55DFD0074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005320" y="6521548"/>
            <a:ext cx="2057400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 b="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fld id="{D250BC3F-493B-46EA-8325-088598485326}" type="slidenum">
              <a:t>‹#›</a:t>
            </a:fld>
          </a:p>
        </p:txBody>
      </p:sp>
      <p:sp>
        <p:nvSpPr>
          <p:cNvPr id="4" name="Title 1">
            <a:extLst xmlns:a="http://schemas.openxmlformats.org/drawingml/2006/main">
              <a:ext uri="{FF2B5EF4-FFF2-40B4-BE49-F238E27FC236}">
                <a16:creationId xmlns:a16="http://schemas.microsoft.com/office/drawing/2014/main" id="{BFF8CADC-6237-CFEF-9348-2B6145A70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27644"/>
            <a:ext cx="78867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/>
        </p:txBody>
      </p:sp>
      <p:pic>
        <p:nvPicPr>
          <p:cNvPr id="10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d401ee818d4f82"/>
          <a:srcRect xmlns:a="http://schemas.openxmlformats.org/drawingml/2006/main" l="19965" t="26018" r="19084" b="587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13816" y="42304"/>
            <a:ext cx="948904" cy="322822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F2849962-5556-4312-8122-D9BA5CBFB28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43000" y="1122363"/>
            <a:ext cx="6858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副標題 2">
            <a:extLst xmlns:a="http://schemas.openxmlformats.org/drawingml/2006/main">
              <a:ext uri="{FF2B5EF4-FFF2-40B4-BE49-F238E27FC236}">
                <a16:creationId xmlns:a16="http://schemas.microsoft.com/office/drawing/2014/main" id="{6FBAEBD7-64FC-4947-A9F9-5F89D061D96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3602038"/>
            <a:ext cx="6858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按一下以編輯母片副標題樣式</a:t>
            </a:r>
          </a:p>
        </p:txBody>
      </p:sp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FF07238B-98FB-4086-844C-C106A66289C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F03BA82-1B4F-4912-AD25-A24CEC8BE7DD}" type="datetimeFigureOut">
              <a:t>7/28/2026</a:t>
            </a:fld>
          </a:p>
        </p:txBody>
      </p:sp>
      <p:sp>
        <p:nvSpPr>
          <p:cNvPr id="5" name="頁尾版面配置區 4">
            <a:extLst xmlns:a="http://schemas.openxmlformats.org/drawingml/2006/main">
              <a:ext uri="{FF2B5EF4-FFF2-40B4-BE49-F238E27FC236}">
                <a16:creationId xmlns:a16="http://schemas.microsoft.com/office/drawing/2014/main" id="{2920F4AF-C7D6-48C3-B184-1B5B7603B8C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2E7790B4-6F03-41E2-9D14-F4F0B3EBBFC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697D193-9574-4304-8C36-FC1185E7E99E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4D382CF5-D044-40D5-8236-DFBD7BEB8D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2EE7AC4D-EA75-44DD-ADB8-87C53F1C212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1435898D-7347-4649-8B7F-F4CF2448890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F03BA82-1B4F-4912-AD25-A24CEC8BE7DD}" type="datetimeFigureOut">
              <a:t>7/28/2026</a:t>
            </a:fld>
          </a:p>
        </p:txBody>
      </p:sp>
      <p:sp>
        <p:nvSpPr>
          <p:cNvPr id="5" name="頁尾版面配置區 4">
            <a:extLst xmlns:a="http://schemas.openxmlformats.org/drawingml/2006/main">
              <a:ext uri="{FF2B5EF4-FFF2-40B4-BE49-F238E27FC236}">
                <a16:creationId xmlns:a16="http://schemas.microsoft.com/office/drawing/2014/main" id="{AEB9B1DC-D1DE-4746-BDD6-DDDF0A8CC60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3D5313C6-E0D9-436F-973F-C859BE7B924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697D193-9574-4304-8C36-FC1185E7E99E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15525FEB-C181-4062-92DE-7B0CD51A15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709738"/>
            <a:ext cx="78867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8176BCB7-3EF2-436E-8BF5-0F23B8491BC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4589463"/>
            <a:ext cx="78867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編輯母片文字樣式</a:t>
            </a:r>
          </a:p>
        </p:txBody>
      </p:sp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B8966F56-45C9-4C25-823C-5A652B144BE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F03BA82-1B4F-4912-AD25-A24CEC8BE7DD}" type="datetimeFigureOut">
              <a:t>7/28/2026</a:t>
            </a:fld>
          </a:p>
        </p:txBody>
      </p:sp>
      <p:sp>
        <p:nvSpPr>
          <p:cNvPr id="5" name="頁尾版面配置區 4">
            <a:extLst xmlns:a="http://schemas.openxmlformats.org/drawingml/2006/main">
              <a:ext uri="{FF2B5EF4-FFF2-40B4-BE49-F238E27FC236}">
                <a16:creationId xmlns:a16="http://schemas.microsoft.com/office/drawing/2014/main" id="{9569CC04-8625-469F-AF03-D54C812F872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06351FFE-9293-4F4F-8046-FD1DE604DEB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697D193-9574-4304-8C36-FC1185E7E99E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0D469288-6B7F-495B-8A20-3B06CA4FAA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808E9C1B-DD64-43DA-9B30-205A27A2802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28650" y="1825625"/>
            <a:ext cx="386715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AB365FBA-7E49-4861-8F60-E092FBB8AEE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825625"/>
            <a:ext cx="386715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5" name="日期版面配置區 4">
            <a:extLst xmlns:a="http://schemas.openxmlformats.org/drawingml/2006/main">
              <a:ext uri="{FF2B5EF4-FFF2-40B4-BE49-F238E27FC236}">
                <a16:creationId xmlns:a16="http://schemas.microsoft.com/office/drawing/2014/main" id="{62F6BDA5-4155-487C-B9B6-389E1E3AFCA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F03BA82-1B4F-4912-AD25-A24CEC8BE7DD}" type="datetimeFigureOut">
              <a:t>7/28/2026</a:t>
            </a:fld>
          </a:p>
        </p:txBody>
      </p:sp>
      <p:sp>
        <p:nvSpPr>
          <p:cNvPr id="6" name="頁尾版面配置區 5">
            <a:extLst xmlns:a="http://schemas.openxmlformats.org/drawingml/2006/main">
              <a:ext uri="{FF2B5EF4-FFF2-40B4-BE49-F238E27FC236}">
                <a16:creationId xmlns:a16="http://schemas.microsoft.com/office/drawing/2014/main" id="{C4F8C36D-C0F7-41D7-AE78-072E805699A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投影片編號版面配置區 6">
            <a:extLst xmlns:a="http://schemas.openxmlformats.org/drawingml/2006/main">
              <a:ext uri="{FF2B5EF4-FFF2-40B4-BE49-F238E27FC236}">
                <a16:creationId xmlns:a16="http://schemas.microsoft.com/office/drawing/2014/main" id="{AF83BD7F-9746-4F64-AE21-A4AD297D8DB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697D193-9574-4304-8C36-FC1185E7E99E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B24522E0-37E9-40FB-939F-8EBEAAAF4F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0238" y="365125"/>
            <a:ext cx="78867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7590815C-202D-4062-A962-8054007FB21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30238" y="1681163"/>
            <a:ext cx="386873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編輯母片文字樣式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42EE758B-F5FD-45AF-9C27-4148E6A4186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30238" y="2505075"/>
            <a:ext cx="386873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5" name="文字版面配置區 4">
            <a:extLst xmlns:a="http://schemas.openxmlformats.org/drawingml/2006/main">
              <a:ext uri="{FF2B5EF4-FFF2-40B4-BE49-F238E27FC236}">
                <a16:creationId xmlns:a16="http://schemas.microsoft.com/office/drawing/2014/main" id="{4379741B-1A53-48F6-A77B-5A17283D7A42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681163"/>
            <a:ext cx="38877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編輯母片文字樣式</a:t>
            </a:r>
          </a:p>
        </p:txBody>
      </p:sp>
      <p:sp>
        <p:nvSpPr>
          <p:cNvPr id="6" name="內容版面配置區 5">
            <a:extLst xmlns:a="http://schemas.openxmlformats.org/drawingml/2006/main">
              <a:ext uri="{FF2B5EF4-FFF2-40B4-BE49-F238E27FC236}">
                <a16:creationId xmlns:a16="http://schemas.microsoft.com/office/drawing/2014/main" id="{7C2A8EFF-38F4-437A-AECD-B597F87C5F2F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29150" y="2505075"/>
            <a:ext cx="38877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7" name="日期版面配置區 6">
            <a:extLst xmlns:a="http://schemas.openxmlformats.org/drawingml/2006/main">
              <a:ext uri="{FF2B5EF4-FFF2-40B4-BE49-F238E27FC236}">
                <a16:creationId xmlns:a16="http://schemas.microsoft.com/office/drawing/2014/main" id="{686DFC4A-CC0F-4896-8963-CF9CCD51211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F03BA82-1B4F-4912-AD25-A24CEC8BE7DD}" type="datetimeFigureOut">
              <a:t>7/28/2026</a:t>
            </a:fld>
          </a:p>
        </p:txBody>
      </p:sp>
      <p:sp>
        <p:nvSpPr>
          <p:cNvPr id="8" name="頁尾版面配置區 7">
            <a:extLst xmlns:a="http://schemas.openxmlformats.org/drawingml/2006/main">
              <a:ext uri="{FF2B5EF4-FFF2-40B4-BE49-F238E27FC236}">
                <a16:creationId xmlns:a16="http://schemas.microsoft.com/office/drawing/2014/main" id="{6B243AFA-6A1D-4231-BC35-30ED4006B8C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投影片編號版面配置區 8">
            <a:extLst xmlns:a="http://schemas.openxmlformats.org/drawingml/2006/main">
              <a:ext uri="{FF2B5EF4-FFF2-40B4-BE49-F238E27FC236}">
                <a16:creationId xmlns:a16="http://schemas.microsoft.com/office/drawing/2014/main" id="{7A1CF60C-A5F0-427D-BEAE-B9DBA47590F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697D193-9574-4304-8C36-FC1185E7E99E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E6F839C9-6664-46D8-B5B1-BB81645C7C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日期版面配置區 2">
            <a:extLst xmlns:a="http://schemas.openxmlformats.org/drawingml/2006/main">
              <a:ext uri="{FF2B5EF4-FFF2-40B4-BE49-F238E27FC236}">
                <a16:creationId xmlns:a16="http://schemas.microsoft.com/office/drawing/2014/main" id="{D7A64E0A-6F1C-4426-8652-B3105461E3A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F03BA82-1B4F-4912-AD25-A24CEC8BE7DD}" type="datetimeFigureOut">
              <a:t>7/28/2026</a:t>
            </a:fld>
          </a:p>
        </p:txBody>
      </p:sp>
      <p:sp>
        <p:nvSpPr>
          <p:cNvPr id="4" name="頁尾版面配置區 3">
            <a:extLst xmlns:a="http://schemas.openxmlformats.org/drawingml/2006/main">
              <a:ext uri="{FF2B5EF4-FFF2-40B4-BE49-F238E27FC236}">
                <a16:creationId xmlns:a16="http://schemas.microsoft.com/office/drawing/2014/main" id="{ADFE5EF2-BE50-4B67-8A3B-962ED2F0B4D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投影片編號版面配置區 4">
            <a:extLst xmlns:a="http://schemas.openxmlformats.org/drawingml/2006/main">
              <a:ext uri="{FF2B5EF4-FFF2-40B4-BE49-F238E27FC236}">
                <a16:creationId xmlns:a16="http://schemas.microsoft.com/office/drawing/2014/main" id="{85B67D73-E72B-416C-A3A1-66AC994A8D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697D193-9574-4304-8C36-FC1185E7E99E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版面配置區 1">
            <a:extLst xmlns:a="http://schemas.openxmlformats.org/drawingml/2006/main">
              <a:ext uri="{FF2B5EF4-FFF2-40B4-BE49-F238E27FC236}">
                <a16:creationId xmlns:a16="http://schemas.microsoft.com/office/drawing/2014/main" id="{BE47B222-7717-4DB8-A71B-5D8FFE7E20F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F03BA82-1B4F-4912-AD25-A24CEC8BE7DD}" type="datetimeFigureOut">
              <a:t>7/28/2026</a:t>
            </a:fld>
          </a:p>
        </p:txBody>
      </p:sp>
      <p:sp>
        <p:nvSpPr>
          <p:cNvPr id="3" name="頁尾版面配置區 2">
            <a:extLst xmlns:a="http://schemas.openxmlformats.org/drawingml/2006/main">
              <a:ext uri="{FF2B5EF4-FFF2-40B4-BE49-F238E27FC236}">
                <a16:creationId xmlns:a16="http://schemas.microsoft.com/office/drawing/2014/main" id="{205EB503-2CDB-436D-9891-94D20B49D6E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投影片編號版面配置區 3">
            <a:extLst xmlns:a="http://schemas.openxmlformats.org/drawingml/2006/main">
              <a:ext uri="{FF2B5EF4-FFF2-40B4-BE49-F238E27FC236}">
                <a16:creationId xmlns:a16="http://schemas.microsoft.com/office/drawing/2014/main" id="{34D13F77-0480-4B4A-A6E9-AB7ECF1681E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697D193-9574-4304-8C36-FC1185E7E99E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ED4C0532-F7EB-4310-A726-921AA4C8AB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0238" y="457200"/>
            <a:ext cx="2949575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3A9668CF-8927-4197-8199-6FDB3D1B4F4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887788" y="987425"/>
            <a:ext cx="462915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0F598B12-CEC4-485D-9909-CFC3CEF2B48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30238" y="2057400"/>
            <a:ext cx="2949575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編輯母片文字樣式</a:t>
            </a:r>
          </a:p>
        </p:txBody>
      </p:sp>
      <p:sp>
        <p:nvSpPr>
          <p:cNvPr id="5" name="日期版面配置區 4">
            <a:extLst xmlns:a="http://schemas.openxmlformats.org/drawingml/2006/main">
              <a:ext uri="{FF2B5EF4-FFF2-40B4-BE49-F238E27FC236}">
                <a16:creationId xmlns:a16="http://schemas.microsoft.com/office/drawing/2014/main" id="{23C4CE30-B081-419E-A09E-ED1649549A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F03BA82-1B4F-4912-AD25-A24CEC8BE7DD}" type="datetimeFigureOut">
              <a:t>7/28/2026</a:t>
            </a:fld>
          </a:p>
        </p:txBody>
      </p:sp>
      <p:sp>
        <p:nvSpPr>
          <p:cNvPr id="6" name="頁尾版面配置區 5">
            <a:extLst xmlns:a="http://schemas.openxmlformats.org/drawingml/2006/main">
              <a:ext uri="{FF2B5EF4-FFF2-40B4-BE49-F238E27FC236}">
                <a16:creationId xmlns:a16="http://schemas.microsoft.com/office/drawing/2014/main" id="{441BFA7A-996C-40C1-96CF-022D77CDA10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投影片編號版面配置區 6">
            <a:extLst xmlns:a="http://schemas.openxmlformats.org/drawingml/2006/main">
              <a:ext uri="{FF2B5EF4-FFF2-40B4-BE49-F238E27FC236}">
                <a16:creationId xmlns:a16="http://schemas.microsoft.com/office/drawing/2014/main" id="{00DC5258-7F7B-4A04-8E38-74BA5B7D57A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697D193-9574-4304-8C36-FC1185E7E99E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9EA00080-AF64-4ED5-9A24-2718AC6147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0238" y="457200"/>
            <a:ext cx="2949575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圖片版面配置區 2">
            <a:extLst xmlns:a="http://schemas.openxmlformats.org/drawingml/2006/main">
              <a:ext uri="{FF2B5EF4-FFF2-40B4-BE49-F238E27FC236}">
                <a16:creationId xmlns:a16="http://schemas.microsoft.com/office/drawing/2014/main" id="{7F930F77-1C69-4F92-9F7F-3B98B368541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3887788" y="987425"/>
            <a:ext cx="462915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629C362B-4897-469B-9857-A5C66525596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30238" y="2057400"/>
            <a:ext cx="2949575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編輯母片文字樣式</a:t>
            </a:r>
          </a:p>
        </p:txBody>
      </p:sp>
      <p:sp>
        <p:nvSpPr>
          <p:cNvPr id="5" name="日期版面配置區 4">
            <a:extLst xmlns:a="http://schemas.openxmlformats.org/drawingml/2006/main">
              <a:ext uri="{FF2B5EF4-FFF2-40B4-BE49-F238E27FC236}">
                <a16:creationId xmlns:a16="http://schemas.microsoft.com/office/drawing/2014/main" id="{566F4E3E-154A-40C9-946A-5F7D97EF4EB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F03BA82-1B4F-4912-AD25-A24CEC8BE7DD}" type="datetimeFigureOut">
              <a:t>7/28/2026</a:t>
            </a:fld>
          </a:p>
        </p:txBody>
      </p:sp>
      <p:sp>
        <p:nvSpPr>
          <p:cNvPr id="6" name="頁尾版面配置區 5">
            <a:extLst xmlns:a="http://schemas.openxmlformats.org/drawingml/2006/main">
              <a:ext uri="{FF2B5EF4-FFF2-40B4-BE49-F238E27FC236}">
                <a16:creationId xmlns:a16="http://schemas.microsoft.com/office/drawing/2014/main" id="{5E89087C-A358-49D7-9C3B-9B36018028F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投影片編號版面配置區 6">
            <a:extLst xmlns:a="http://schemas.openxmlformats.org/drawingml/2006/main">
              <a:ext uri="{FF2B5EF4-FFF2-40B4-BE49-F238E27FC236}">
                <a16:creationId xmlns:a16="http://schemas.microsoft.com/office/drawing/2014/main" id="{F317B669-9A27-456D-8D4B-2D9C8A64C0C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697D193-9574-4304-8C36-FC1185E7E99E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5F313E35-3E3D-42C0-BA52-29A40B088B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CA8A1268-A716-4D25-829E-D31ED869B27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EDA5A754-0D38-4E55-89EE-3AA247E13C4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F03BA82-1B4F-4912-AD25-A24CEC8BE7DD}" type="datetimeFigureOut">
              <a:t>7/28/2026</a:t>
            </a:fld>
          </a:p>
        </p:txBody>
      </p:sp>
      <p:sp>
        <p:nvSpPr>
          <p:cNvPr id="5" name="頁尾版面配置區 4">
            <a:extLst xmlns:a="http://schemas.openxmlformats.org/drawingml/2006/main">
              <a:ext uri="{FF2B5EF4-FFF2-40B4-BE49-F238E27FC236}">
                <a16:creationId xmlns:a16="http://schemas.microsoft.com/office/drawing/2014/main" id="{AB21475C-4D4A-4467-9416-E6DF1FB04F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646813F9-7D6B-4A52-8286-387F33306F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697D193-9574-4304-8C36-FC1185E7E99E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直排標題 1">
            <a:extLst xmlns:a="http://schemas.openxmlformats.org/drawingml/2006/main">
              <a:ext uri="{FF2B5EF4-FFF2-40B4-BE49-F238E27FC236}">
                <a16:creationId xmlns:a16="http://schemas.microsoft.com/office/drawing/2014/main" id="{E7AD402E-448C-4F90-8853-A5F47171DC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543675" y="365125"/>
            <a:ext cx="1971675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E5A765F7-A10F-4585-9935-B48B9433AAF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365125"/>
            <a:ext cx="5762625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A5F1B635-5EEE-4C3D-A521-111AC1BE024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F03BA82-1B4F-4912-AD25-A24CEC8BE7DD}" type="datetimeFigureOut">
              <a:t>7/28/2026</a:t>
            </a:fld>
          </a:p>
        </p:txBody>
      </p:sp>
      <p:sp>
        <p:nvSpPr>
          <p:cNvPr id="5" name="頁尾版面配置區 4">
            <a:extLst xmlns:a="http://schemas.openxmlformats.org/drawingml/2006/main">
              <a:ext uri="{FF2B5EF4-FFF2-40B4-BE49-F238E27FC236}">
                <a16:creationId xmlns:a16="http://schemas.microsoft.com/office/drawing/2014/main" id="{78DD68D2-2605-418D-85D6-34203F9B910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E64276C7-02C0-4085-B5A5-D068F76692B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697D193-9574-4304-8C36-FC1185E7E99E}" type="slidenum">
              <a:t>‹#›</a:t>
            </a:fld>
          </a:p>
        </p:txBody>
      </p:sp>
    </p:spTree>
  </p:cSld>
</p:sldLayout>
</file>

<file path=ppt/slideLayouts/slideLayout13.xml><?xml version="1.0" encoding="utf-8"?>
<p:sldLayout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1AD7649C-51D2-4A17-9672-88F809A67C4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43000" y="1122363"/>
            <a:ext cx="6858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副標題 2">
            <a:extLst xmlns:a="http://schemas.openxmlformats.org/drawingml/2006/main">
              <a:ext uri="{FF2B5EF4-FFF2-40B4-BE49-F238E27FC236}">
                <a16:creationId xmlns:a16="http://schemas.microsoft.com/office/drawing/2014/main" id="{A03EEE14-F39B-445C-B465-600F17594AA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3602038"/>
            <a:ext cx="6858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按一下以編輯母片副標題樣式</a:t>
            </a:r>
          </a:p>
        </p:txBody>
      </p:sp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0F867A32-AD52-495B-ADE5-0F0156F98F9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E78095D-B1F8-46D4-8CBF-7A43B4E607C0}" type="datetimeFigureOut">
              <a:t>7/28/2026</a:t>
            </a:fld>
          </a:p>
        </p:txBody>
      </p:sp>
      <p:sp>
        <p:nvSpPr>
          <p:cNvPr id="5" name="頁尾版面配置區 4">
            <a:extLst xmlns:a="http://schemas.openxmlformats.org/drawingml/2006/main">
              <a:ext uri="{FF2B5EF4-FFF2-40B4-BE49-F238E27FC236}">
                <a16:creationId xmlns:a16="http://schemas.microsoft.com/office/drawing/2014/main" id="{524FF730-C18F-485A-9306-546F47D7243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0EDB8EDC-0B59-49BA-BF23-ED0EC8140C5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88351A9-7F40-4BE2-B539-E2C3E619D89D}" type="slidenum">
              <a:t>‹#›</a:t>
            </a:fld>
          </a:p>
        </p:txBody>
      </p:sp>
    </p:spTree>
  </p:cSld>
</p:sldLayout>
</file>

<file path=ppt/slideLayouts/slideLayout14.xml><?xml version="1.0" encoding="utf-8"?>
<p:sldLayout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DB82CFFA-1750-41AF-AD33-EC617C4DB1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B57799B3-690A-4C6D-90BF-55E2A5503AB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95F6885F-AC08-4DE5-87EB-86D1BAD2E0A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E78095D-B1F8-46D4-8CBF-7A43B4E607C0}" type="datetimeFigureOut">
              <a:t>7/28/2026</a:t>
            </a:fld>
          </a:p>
        </p:txBody>
      </p:sp>
      <p:sp>
        <p:nvSpPr>
          <p:cNvPr id="5" name="頁尾版面配置區 4">
            <a:extLst xmlns:a="http://schemas.openxmlformats.org/drawingml/2006/main">
              <a:ext uri="{FF2B5EF4-FFF2-40B4-BE49-F238E27FC236}">
                <a16:creationId xmlns:a16="http://schemas.microsoft.com/office/drawing/2014/main" id="{62AF10B2-97F1-4A4B-88E8-86DCC255890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9DE6E68C-92DF-4566-ACF1-08B4292C2D0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88351A9-7F40-4BE2-B539-E2C3E619D89D}" type="slidenum">
              <a:t>‹#›</a:t>
            </a:fld>
          </a:p>
        </p:txBody>
      </p:sp>
    </p:spTree>
  </p:cSld>
</p:sldLayout>
</file>

<file path=ppt/slideLayouts/slideLayout15.xml><?xml version="1.0" encoding="utf-8"?>
<p:sldLayout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362E934B-B801-427D-9E15-0936B3DD16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709738"/>
            <a:ext cx="78867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68F787D2-6556-4572-914A-1B7C24CDAC8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4589463"/>
            <a:ext cx="78867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編輯母片文字樣式</a:t>
            </a:r>
          </a:p>
        </p:txBody>
      </p:sp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8818A8F7-4F34-4B7D-8EE2-EE928AC92C2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E78095D-B1F8-46D4-8CBF-7A43B4E607C0}" type="datetimeFigureOut">
              <a:t>7/28/2026</a:t>
            </a:fld>
          </a:p>
        </p:txBody>
      </p:sp>
      <p:sp>
        <p:nvSpPr>
          <p:cNvPr id="5" name="頁尾版面配置區 4">
            <a:extLst xmlns:a="http://schemas.openxmlformats.org/drawingml/2006/main">
              <a:ext uri="{FF2B5EF4-FFF2-40B4-BE49-F238E27FC236}">
                <a16:creationId xmlns:a16="http://schemas.microsoft.com/office/drawing/2014/main" id="{08AF4F33-F0C0-4EAD-936A-169DA1C1AC4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9E95DBB1-4031-4BCF-9F18-852FD6A217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88351A9-7F40-4BE2-B539-E2C3E619D89D}" type="slidenum">
              <a:t>‹#›</a:t>
            </a:fld>
          </a:p>
        </p:txBody>
      </p:sp>
    </p:spTree>
  </p:cSld>
</p:sldLayout>
</file>

<file path=ppt/slideLayouts/slideLayout16.xml><?xml version="1.0" encoding="utf-8"?>
<p:sldLayout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69365B3A-264C-4EC0-904B-89B4C4F877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162D539B-118E-4878-B9B0-2AEACD97676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28650" y="1825625"/>
            <a:ext cx="386715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C41CC366-162F-481C-AC55-8CEF9154843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825625"/>
            <a:ext cx="386715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5" name="日期版面配置區 4">
            <a:extLst xmlns:a="http://schemas.openxmlformats.org/drawingml/2006/main">
              <a:ext uri="{FF2B5EF4-FFF2-40B4-BE49-F238E27FC236}">
                <a16:creationId xmlns:a16="http://schemas.microsoft.com/office/drawing/2014/main" id="{C9120932-DE35-4327-851A-8D7A86577C3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E78095D-B1F8-46D4-8CBF-7A43B4E607C0}" type="datetimeFigureOut">
              <a:t>7/28/2026</a:t>
            </a:fld>
          </a:p>
        </p:txBody>
      </p:sp>
      <p:sp>
        <p:nvSpPr>
          <p:cNvPr id="6" name="頁尾版面配置區 5">
            <a:extLst xmlns:a="http://schemas.openxmlformats.org/drawingml/2006/main">
              <a:ext uri="{FF2B5EF4-FFF2-40B4-BE49-F238E27FC236}">
                <a16:creationId xmlns:a16="http://schemas.microsoft.com/office/drawing/2014/main" id="{3BA3A559-E39A-4BD2-B42D-F6C786E07A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投影片編號版面配置區 6">
            <a:extLst xmlns:a="http://schemas.openxmlformats.org/drawingml/2006/main">
              <a:ext uri="{FF2B5EF4-FFF2-40B4-BE49-F238E27FC236}">
                <a16:creationId xmlns:a16="http://schemas.microsoft.com/office/drawing/2014/main" id="{1D312DAE-DD21-42AC-87A4-0D66C7E7BD4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88351A9-7F40-4BE2-B539-E2C3E619D89D}" type="slidenum">
              <a:t>‹#›</a:t>
            </a:fld>
          </a:p>
        </p:txBody>
      </p:sp>
    </p:spTree>
  </p:cSld>
</p:sldLayout>
</file>

<file path=ppt/slideLayouts/slideLayout17.xml><?xml version="1.0" encoding="utf-8"?>
<p:sldLayout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77B0C5D4-0471-45F6-9110-E269259799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0238" y="365125"/>
            <a:ext cx="78867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87B2445A-F4D1-4CF2-960E-07D9C60463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30238" y="1681163"/>
            <a:ext cx="386873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編輯母片文字樣式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94BC67D1-BC32-4E16-B3AF-9C7594FF385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30238" y="2505075"/>
            <a:ext cx="386873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5" name="文字版面配置區 4">
            <a:extLst xmlns:a="http://schemas.openxmlformats.org/drawingml/2006/main">
              <a:ext uri="{FF2B5EF4-FFF2-40B4-BE49-F238E27FC236}">
                <a16:creationId xmlns:a16="http://schemas.microsoft.com/office/drawing/2014/main" id="{BBEF4028-2627-446F-838B-6EA0F3FA343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681163"/>
            <a:ext cx="38877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編輯母片文字樣式</a:t>
            </a:r>
          </a:p>
        </p:txBody>
      </p:sp>
      <p:sp>
        <p:nvSpPr>
          <p:cNvPr id="6" name="內容版面配置區 5">
            <a:extLst xmlns:a="http://schemas.openxmlformats.org/drawingml/2006/main">
              <a:ext uri="{FF2B5EF4-FFF2-40B4-BE49-F238E27FC236}">
                <a16:creationId xmlns:a16="http://schemas.microsoft.com/office/drawing/2014/main" id="{0F02DD36-C16B-46DB-9D03-4D589301BFA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29150" y="2505075"/>
            <a:ext cx="38877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7" name="日期版面配置區 6">
            <a:extLst xmlns:a="http://schemas.openxmlformats.org/drawingml/2006/main">
              <a:ext uri="{FF2B5EF4-FFF2-40B4-BE49-F238E27FC236}">
                <a16:creationId xmlns:a16="http://schemas.microsoft.com/office/drawing/2014/main" id="{C0762C5C-FC0C-43A0-8753-B320B38BCB3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E78095D-B1F8-46D4-8CBF-7A43B4E607C0}" type="datetimeFigureOut">
              <a:t>7/28/2026</a:t>
            </a:fld>
          </a:p>
        </p:txBody>
      </p:sp>
      <p:sp>
        <p:nvSpPr>
          <p:cNvPr id="8" name="頁尾版面配置區 7">
            <a:extLst xmlns:a="http://schemas.openxmlformats.org/drawingml/2006/main">
              <a:ext uri="{FF2B5EF4-FFF2-40B4-BE49-F238E27FC236}">
                <a16:creationId xmlns:a16="http://schemas.microsoft.com/office/drawing/2014/main" id="{DB23E2AD-7E59-4637-91B6-1ADD0EF1899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投影片編號版面配置區 8">
            <a:extLst xmlns:a="http://schemas.openxmlformats.org/drawingml/2006/main">
              <a:ext uri="{FF2B5EF4-FFF2-40B4-BE49-F238E27FC236}">
                <a16:creationId xmlns:a16="http://schemas.microsoft.com/office/drawing/2014/main" id="{91C9837B-9273-49B7-B3DE-4B5D57C8EF7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88351A9-7F40-4BE2-B539-E2C3E619D89D}" type="slidenum">
              <a:t>‹#›</a:t>
            </a:fld>
          </a:p>
        </p:txBody>
      </p:sp>
    </p:spTree>
  </p:cSld>
</p:sldLayout>
</file>

<file path=ppt/slideLayouts/slideLayout18.xml><?xml version="1.0" encoding="utf-8"?>
<p:sldLayout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18835F15-5372-42E4-A23A-7512B589B6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日期版面配置區 2">
            <a:extLst xmlns:a="http://schemas.openxmlformats.org/drawingml/2006/main">
              <a:ext uri="{FF2B5EF4-FFF2-40B4-BE49-F238E27FC236}">
                <a16:creationId xmlns:a16="http://schemas.microsoft.com/office/drawing/2014/main" id="{957C0E29-9FD2-4CEF-A8DD-A81467463C9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E78095D-B1F8-46D4-8CBF-7A43B4E607C0}" type="datetimeFigureOut">
              <a:t>7/28/2026</a:t>
            </a:fld>
          </a:p>
        </p:txBody>
      </p:sp>
      <p:sp>
        <p:nvSpPr>
          <p:cNvPr id="4" name="頁尾版面配置區 3">
            <a:extLst xmlns:a="http://schemas.openxmlformats.org/drawingml/2006/main">
              <a:ext uri="{FF2B5EF4-FFF2-40B4-BE49-F238E27FC236}">
                <a16:creationId xmlns:a16="http://schemas.microsoft.com/office/drawing/2014/main" id="{57E8D1A0-E018-451A-94E1-5D0BA46EE70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投影片編號版面配置區 4">
            <a:extLst xmlns:a="http://schemas.openxmlformats.org/drawingml/2006/main">
              <a:ext uri="{FF2B5EF4-FFF2-40B4-BE49-F238E27FC236}">
                <a16:creationId xmlns:a16="http://schemas.microsoft.com/office/drawing/2014/main" id="{0F54C01A-A6B9-4C8E-89FB-1E860DC821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88351A9-7F40-4BE2-B539-E2C3E619D89D}" type="slidenum">
              <a:t>‹#›</a:t>
            </a:fld>
          </a:p>
        </p:txBody>
      </p:sp>
    </p:spTree>
  </p:cSld>
</p:sldLayout>
</file>

<file path=ppt/slideLayouts/slideLayout19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版面配置區 1">
            <a:extLst xmlns:a="http://schemas.openxmlformats.org/drawingml/2006/main">
              <a:ext uri="{FF2B5EF4-FFF2-40B4-BE49-F238E27FC236}">
                <a16:creationId xmlns:a16="http://schemas.microsoft.com/office/drawing/2014/main" id="{BB7053C0-F215-40B4-B42E-277611561DB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E78095D-B1F8-46D4-8CBF-7A43B4E607C0}" type="datetimeFigureOut">
              <a:t>7/28/2026</a:t>
            </a:fld>
          </a:p>
        </p:txBody>
      </p:sp>
      <p:sp>
        <p:nvSpPr>
          <p:cNvPr id="3" name="頁尾版面配置區 2">
            <a:extLst xmlns:a="http://schemas.openxmlformats.org/drawingml/2006/main">
              <a:ext uri="{FF2B5EF4-FFF2-40B4-BE49-F238E27FC236}">
                <a16:creationId xmlns:a16="http://schemas.microsoft.com/office/drawing/2014/main" id="{F1D66670-559B-4A5A-BB6A-6DC38AB0FCA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投影片編號版面配置區 3">
            <a:extLst xmlns:a="http://schemas.openxmlformats.org/drawingml/2006/main">
              <a:ext uri="{FF2B5EF4-FFF2-40B4-BE49-F238E27FC236}">
                <a16:creationId xmlns:a16="http://schemas.microsoft.com/office/drawing/2014/main" id="{C78D961C-A0F5-40D5-87E8-2D2DC1FC9B2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88351A9-7F40-4BE2-B539-E2C3E619D89D}" type="slidenum">
              <a:t>‹#›</a:t>
            </a:fld>
          </a:p>
        </p:txBody>
      </p:sp>
    </p:spTree>
  </p:cSld>
</p:sldLayout>
</file>

<file path=ppt/slideLayouts/slideLayout20.xml><?xml version="1.0" encoding="utf-8"?>
<p:sldLayout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0A15766F-7F23-4E8A-9276-F1ACC35C3F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0238" y="457200"/>
            <a:ext cx="2949575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FFA7DE17-27F6-416E-8BE8-563728EE28C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887788" y="987425"/>
            <a:ext cx="462915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33BAA505-C512-4170-8BAE-5CEC8A04AA6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30238" y="2057400"/>
            <a:ext cx="2949575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編輯母片文字樣式</a:t>
            </a:r>
          </a:p>
        </p:txBody>
      </p:sp>
      <p:sp>
        <p:nvSpPr>
          <p:cNvPr id="5" name="日期版面配置區 4">
            <a:extLst xmlns:a="http://schemas.openxmlformats.org/drawingml/2006/main">
              <a:ext uri="{FF2B5EF4-FFF2-40B4-BE49-F238E27FC236}">
                <a16:creationId xmlns:a16="http://schemas.microsoft.com/office/drawing/2014/main" id="{4A1BA455-675C-4669-978E-786A76A0223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E78095D-B1F8-46D4-8CBF-7A43B4E607C0}" type="datetimeFigureOut">
              <a:t>7/28/2026</a:t>
            </a:fld>
          </a:p>
        </p:txBody>
      </p:sp>
      <p:sp>
        <p:nvSpPr>
          <p:cNvPr id="6" name="頁尾版面配置區 5">
            <a:extLst xmlns:a="http://schemas.openxmlformats.org/drawingml/2006/main">
              <a:ext uri="{FF2B5EF4-FFF2-40B4-BE49-F238E27FC236}">
                <a16:creationId xmlns:a16="http://schemas.microsoft.com/office/drawing/2014/main" id="{2B360546-5B9E-4FD8-AD6C-51031D69FDA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投影片編號版面配置區 6">
            <a:extLst xmlns:a="http://schemas.openxmlformats.org/drawingml/2006/main">
              <a:ext uri="{FF2B5EF4-FFF2-40B4-BE49-F238E27FC236}">
                <a16:creationId xmlns:a16="http://schemas.microsoft.com/office/drawing/2014/main" id="{33615060-4E52-4D42-983C-E930FCC4C91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88351A9-7F40-4BE2-B539-E2C3E619D89D}" type="slidenum">
              <a:t>‹#›</a:t>
            </a:fld>
          </a:p>
        </p:txBody>
      </p:sp>
    </p:spTree>
  </p:cSld>
</p:sldLayout>
</file>

<file path=ppt/slideLayouts/slideLayout21.xml><?xml version="1.0" encoding="utf-8"?>
<p:sldLayout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3837CBF8-6145-4D89-804D-0156AE6412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0238" y="457200"/>
            <a:ext cx="2949575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圖片版面配置區 2">
            <a:extLst xmlns:a="http://schemas.openxmlformats.org/drawingml/2006/main">
              <a:ext uri="{FF2B5EF4-FFF2-40B4-BE49-F238E27FC236}">
                <a16:creationId xmlns:a16="http://schemas.microsoft.com/office/drawing/2014/main" id="{A9072839-0A18-42F9-93D9-603A207DB74F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3887788" y="987425"/>
            <a:ext cx="462915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6990710C-AC18-49AD-A3BD-3EC29A1D972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30238" y="2057400"/>
            <a:ext cx="2949575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編輯母片文字樣式</a:t>
            </a:r>
          </a:p>
        </p:txBody>
      </p:sp>
      <p:sp>
        <p:nvSpPr>
          <p:cNvPr id="5" name="日期版面配置區 4">
            <a:extLst xmlns:a="http://schemas.openxmlformats.org/drawingml/2006/main">
              <a:ext uri="{FF2B5EF4-FFF2-40B4-BE49-F238E27FC236}">
                <a16:creationId xmlns:a16="http://schemas.microsoft.com/office/drawing/2014/main" id="{4950F4F4-62E3-4778-80D9-63B16C00CE3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E78095D-B1F8-46D4-8CBF-7A43B4E607C0}" type="datetimeFigureOut">
              <a:t>7/28/2026</a:t>
            </a:fld>
          </a:p>
        </p:txBody>
      </p:sp>
      <p:sp>
        <p:nvSpPr>
          <p:cNvPr id="6" name="頁尾版面配置區 5">
            <a:extLst xmlns:a="http://schemas.openxmlformats.org/drawingml/2006/main">
              <a:ext uri="{FF2B5EF4-FFF2-40B4-BE49-F238E27FC236}">
                <a16:creationId xmlns:a16="http://schemas.microsoft.com/office/drawing/2014/main" id="{8E37613C-CA37-4F1D-AF05-23F4B360025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投影片編號版面配置區 6">
            <a:extLst xmlns:a="http://schemas.openxmlformats.org/drawingml/2006/main">
              <a:ext uri="{FF2B5EF4-FFF2-40B4-BE49-F238E27FC236}">
                <a16:creationId xmlns:a16="http://schemas.microsoft.com/office/drawing/2014/main" id="{D38F0E8F-72D1-4B45-A779-1CC9EC0F4C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88351A9-7F40-4BE2-B539-E2C3E619D89D}" type="slidenum">
              <a:t>‹#›</a:t>
            </a:fld>
          </a:p>
        </p:txBody>
      </p:sp>
    </p:spTree>
  </p:cSld>
</p:sldLayout>
</file>

<file path=ppt/slideLayouts/slideLayout22.xml><?xml version="1.0" encoding="utf-8"?>
<p:sldLayout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C71F70A0-9073-4079-BE91-3F5F959277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A06C6A36-6505-4A1F-A13D-3FA657FBB8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2E581FFE-CEA4-47B6-88CC-0FDC9816C59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E78095D-B1F8-46D4-8CBF-7A43B4E607C0}" type="datetimeFigureOut">
              <a:t>7/28/2026</a:t>
            </a:fld>
          </a:p>
        </p:txBody>
      </p:sp>
      <p:sp>
        <p:nvSpPr>
          <p:cNvPr id="5" name="頁尾版面配置區 4">
            <a:extLst xmlns:a="http://schemas.openxmlformats.org/drawingml/2006/main">
              <a:ext uri="{FF2B5EF4-FFF2-40B4-BE49-F238E27FC236}">
                <a16:creationId xmlns:a16="http://schemas.microsoft.com/office/drawing/2014/main" id="{133D9895-36A8-45E0-8568-6AB7EB3A80D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03CC9C86-0404-44FA-8E86-8AC2A2F978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88351A9-7F40-4BE2-B539-E2C3E619D89D}" type="slidenum">
              <a:t>‹#›</a:t>
            </a:fld>
          </a:p>
        </p:txBody>
      </p:sp>
    </p:spTree>
  </p:cSld>
</p:sldLayout>
</file>

<file path=ppt/slideLayouts/slideLayout23.xml><?xml version="1.0" encoding="utf-8"?>
<p:sldLayout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直排標題 1">
            <a:extLst xmlns:a="http://schemas.openxmlformats.org/drawingml/2006/main">
              <a:ext uri="{FF2B5EF4-FFF2-40B4-BE49-F238E27FC236}">
                <a16:creationId xmlns:a16="http://schemas.microsoft.com/office/drawing/2014/main" id="{124C90BE-4A38-4C0D-8E01-18EBFBFF83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543675" y="365125"/>
            <a:ext cx="1971675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A48DE337-A230-4324-8F25-36491E1F23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365125"/>
            <a:ext cx="5762625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13043F6A-77F3-47FF-9C6D-D3639F26FBE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E78095D-B1F8-46D4-8CBF-7A43B4E607C0}" type="datetimeFigureOut">
              <a:t>7/28/2026</a:t>
            </a:fld>
          </a:p>
        </p:txBody>
      </p:sp>
      <p:sp>
        <p:nvSpPr>
          <p:cNvPr id="5" name="頁尾版面配置區 4">
            <a:extLst xmlns:a="http://schemas.openxmlformats.org/drawingml/2006/main">
              <a:ext uri="{FF2B5EF4-FFF2-40B4-BE49-F238E27FC236}">
                <a16:creationId xmlns:a16="http://schemas.microsoft.com/office/drawing/2014/main" id="{7BA7CFBF-D2C9-4FBB-9DF2-2583CDC816E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B4A09C7C-224D-4125-A6E6-C3C66DB60D7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88351A9-7F40-4BE2-B539-E2C3E619D89D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d39ba0a8c54936" /><Relationship Type="http://schemas.openxmlformats.org/officeDocument/2006/relationships/slideLayout" Target="/ppt/slideLayouts/slideLayout1.xml" Id="R86cde9bbc9444b9c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d984f2906c1342eb" /><Relationship Type="http://schemas.openxmlformats.org/officeDocument/2006/relationships/slideLayout" Target="/ppt/slideLayouts/slideLayout2.xml" Id="R412a897486224daf" /><Relationship Type="http://schemas.openxmlformats.org/officeDocument/2006/relationships/slideLayout" Target="/ppt/slideLayouts/slideLayout3.xml" Id="R09e6cf07b0074590" /><Relationship Type="http://schemas.openxmlformats.org/officeDocument/2006/relationships/slideLayout" Target="/ppt/slideLayouts/slideLayout4.xml" Id="R356069db920741cc" /><Relationship Type="http://schemas.openxmlformats.org/officeDocument/2006/relationships/slideLayout" Target="/ppt/slideLayouts/slideLayout5.xml" Id="Rcb67e08396b9482d" /><Relationship Type="http://schemas.openxmlformats.org/officeDocument/2006/relationships/slideLayout" Target="/ppt/slideLayouts/slideLayout6.xml" Id="Rbf26c11a68f94b8e" /><Relationship Type="http://schemas.openxmlformats.org/officeDocument/2006/relationships/slideLayout" Target="/ppt/slideLayouts/slideLayout7.xml" Id="R47094240d4be40ae" /><Relationship Type="http://schemas.openxmlformats.org/officeDocument/2006/relationships/slideLayout" Target="/ppt/slideLayouts/slideLayout8.xml" Id="Rc40493aec0ca41c1" /><Relationship Type="http://schemas.openxmlformats.org/officeDocument/2006/relationships/slideLayout" Target="/ppt/slideLayouts/slideLayout9.xml" Id="Rb4f3f5c0d9aa412d" /><Relationship Type="http://schemas.openxmlformats.org/officeDocument/2006/relationships/slideLayout" Target="/ppt/slideLayouts/slideLayout10.xml" Id="R4e72b9ba701e401a" /><Relationship Type="http://schemas.openxmlformats.org/officeDocument/2006/relationships/slideLayout" Target="/ppt/slideLayouts/slideLayout11.xml" Id="Rf9500593779043f1" /><Relationship Type="http://schemas.openxmlformats.org/officeDocument/2006/relationships/slideLayout" Target="/ppt/slideLayouts/slideLayout12.xml" Id="R0921e982661e4362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55638793bb11486e" /><Relationship Type="http://schemas.openxmlformats.org/officeDocument/2006/relationships/slideLayout" Target="/ppt/slideLayouts/slideLayout13.xml" Id="R498eaf03b6c14404" /><Relationship Type="http://schemas.openxmlformats.org/officeDocument/2006/relationships/slideLayout" Target="/ppt/slideLayouts/slideLayout14.xml" Id="Rddd46aee2812461a" /><Relationship Type="http://schemas.openxmlformats.org/officeDocument/2006/relationships/slideLayout" Target="/ppt/slideLayouts/slideLayout15.xml" Id="R6a05cef8fc244166" /><Relationship Type="http://schemas.openxmlformats.org/officeDocument/2006/relationships/slideLayout" Target="/ppt/slideLayouts/slideLayout16.xml" Id="Rc3e97773816c4156" /><Relationship Type="http://schemas.openxmlformats.org/officeDocument/2006/relationships/slideLayout" Target="/ppt/slideLayouts/slideLayout17.xml" Id="R27a5e06c41034701" /><Relationship Type="http://schemas.openxmlformats.org/officeDocument/2006/relationships/slideLayout" Target="/ppt/slideLayouts/slideLayout18.xml" Id="Rb4bcb9264f2f4346" /><Relationship Type="http://schemas.openxmlformats.org/officeDocument/2006/relationships/slideLayout" Target="/ppt/slideLayouts/slideLayout19.xml" Id="Re93bcb7b830f4a32" /><Relationship Type="http://schemas.openxmlformats.org/officeDocument/2006/relationships/slideLayout" Target="/ppt/slideLayouts/slideLayout20.xml" Id="R489dc9cb254041be" /><Relationship Type="http://schemas.openxmlformats.org/officeDocument/2006/relationships/slideLayout" Target="/ppt/slideLayouts/slideLayout21.xml" Id="R09142ad7decd4fcb" /><Relationship Type="http://schemas.openxmlformats.org/officeDocument/2006/relationships/slideLayout" Target="/ppt/slideLayouts/slideLayout22.xml" Id="Ra1d3b979539f4d48" /><Relationship Type="http://schemas.openxmlformats.org/officeDocument/2006/relationships/slideLayout" Target="/ppt/slideLayouts/slideLayout23.xml" Id="Rd75cb37cd0ee49c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37EEE9A-16AF-4F9E-812B-DC61A36F26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365126"/>
            <a:ext cx="78867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A788338-1EAB-4CEE-9428-21C870E2A2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825625"/>
            <a:ext cx="78867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323F15E-0594-4191-9C79-EA0CF21EB10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286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8143E33-A9B0-44BE-B18C-BA07C4ECAF3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028950" y="6356351"/>
            <a:ext cx="30861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C186F58-A423-4669-8468-166DC48DF4F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4579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D250BC3F-493B-46EA-8325-088598485326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cde9bbc9444b9c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xmlns:a="http://schemas.openxmlformats.org/drawingml/2006/main" val="F26B43"/>
          </p15:clr>
        </p15:guide>
        <p15:guide id="2" pos="2880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版面配置區 1">
            <a:extLst xmlns:a="http://schemas.openxmlformats.org/drawingml/2006/main">
              <a:ext uri="{FF2B5EF4-FFF2-40B4-BE49-F238E27FC236}">
                <a16:creationId xmlns:a16="http://schemas.microsoft.com/office/drawing/2014/main" id="{50DD0336-A259-4A1F-9CD8-6D28012AA5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365125"/>
            <a:ext cx="78867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6F1B459F-4057-4126-A4AA-B3930A27BBB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825625"/>
            <a:ext cx="78867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A08730F0-8DC8-4CDE-A83D-C68F5606EC3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28650" y="6356350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3F03BA82-1B4F-4912-AD25-A24CEC8BE7DD}" type="datetimeFigureOut">
              <a:t>7/28/2026</a:t>
            </a:fld>
          </a:p>
        </p:txBody>
      </p:sp>
      <p:sp>
        <p:nvSpPr>
          <p:cNvPr id="5" name="頁尾版面配置區 4">
            <a:extLst xmlns:a="http://schemas.openxmlformats.org/drawingml/2006/main">
              <a:ext uri="{FF2B5EF4-FFF2-40B4-BE49-F238E27FC236}">
                <a16:creationId xmlns:a16="http://schemas.microsoft.com/office/drawing/2014/main" id="{E1AD311B-FB70-4880-A4CC-649A08CDBAF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028950" y="6356350"/>
            <a:ext cx="30861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16E991F9-E817-4D1D-92B3-91C405D44B9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457950" y="6356350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A697D193-9574-4304-8C36-FC1185E7E99E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412a897486224daf"/>
    <p:sldLayoutId xmlns:r="http://schemas.openxmlformats.org/officeDocument/2006/relationships" id="2147483652" r:id="R09e6cf07b0074590"/>
    <p:sldLayoutId xmlns:r="http://schemas.openxmlformats.org/officeDocument/2006/relationships" id="2147483653" r:id="R356069db920741cc"/>
    <p:sldLayoutId xmlns:r="http://schemas.openxmlformats.org/officeDocument/2006/relationships" id="2147483654" r:id="Rcb67e08396b9482d"/>
    <p:sldLayoutId xmlns:r="http://schemas.openxmlformats.org/officeDocument/2006/relationships" id="2147483655" r:id="Rbf26c11a68f94b8e"/>
    <p:sldLayoutId xmlns:r="http://schemas.openxmlformats.org/officeDocument/2006/relationships" id="2147483656" r:id="R47094240d4be40ae"/>
    <p:sldLayoutId xmlns:r="http://schemas.openxmlformats.org/officeDocument/2006/relationships" id="2147483657" r:id="Rc40493aec0ca41c1"/>
    <p:sldLayoutId xmlns:r="http://schemas.openxmlformats.org/officeDocument/2006/relationships" id="2147483658" r:id="Rb4f3f5c0d9aa412d"/>
    <p:sldLayoutId xmlns:r="http://schemas.openxmlformats.org/officeDocument/2006/relationships" id="2147483659" r:id="R4e72b9ba701e401a"/>
    <p:sldLayoutId xmlns:r="http://schemas.openxmlformats.org/officeDocument/2006/relationships" id="2147483660" r:id="Rf9500593779043f1"/>
    <p:sldLayoutId xmlns:r="http://schemas.openxmlformats.org/officeDocument/2006/relationships" id="2147483661" r:id="R0921e982661e4362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版面配置區 1">
            <a:extLst xmlns:a="http://schemas.openxmlformats.org/drawingml/2006/main">
              <a:ext uri="{FF2B5EF4-FFF2-40B4-BE49-F238E27FC236}">
                <a16:creationId xmlns:a16="http://schemas.microsoft.com/office/drawing/2014/main" id="{76142E73-0DA0-402B-AD11-96B043952B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365125"/>
            <a:ext cx="78867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0E751232-E834-4023-9E8A-E75E41A974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825625"/>
            <a:ext cx="78867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4258255A-D8FA-4188-8937-E8196EF4C89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28650" y="6356350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4E78095D-B1F8-46D4-8CBF-7A43B4E607C0}" type="datetimeFigureOut">
              <a:t>7/28/2026</a:t>
            </a:fld>
          </a:p>
        </p:txBody>
      </p:sp>
      <p:sp>
        <p:nvSpPr>
          <p:cNvPr id="5" name="頁尾版面配置區 4">
            <a:extLst xmlns:a="http://schemas.openxmlformats.org/drawingml/2006/main">
              <a:ext uri="{FF2B5EF4-FFF2-40B4-BE49-F238E27FC236}">
                <a16:creationId xmlns:a16="http://schemas.microsoft.com/office/drawing/2014/main" id="{8ED1C2BA-6BB9-400F-B6A1-F7AAB8E2C7A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028950" y="6356350"/>
            <a:ext cx="30861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B8487FF1-1552-4F04-B144-F47EAD17E28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457950" y="6356350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788351A9-7F40-4BE2-B539-E2C3E619D89D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3" r:id="R498eaf03b6c14404"/>
    <p:sldLayoutId xmlns:r="http://schemas.openxmlformats.org/officeDocument/2006/relationships" id="2147483664" r:id="Rddd46aee2812461a"/>
    <p:sldLayoutId xmlns:r="http://schemas.openxmlformats.org/officeDocument/2006/relationships" id="2147483665" r:id="R6a05cef8fc244166"/>
    <p:sldLayoutId xmlns:r="http://schemas.openxmlformats.org/officeDocument/2006/relationships" id="2147483666" r:id="Rc3e97773816c4156"/>
    <p:sldLayoutId xmlns:r="http://schemas.openxmlformats.org/officeDocument/2006/relationships" id="2147483667" r:id="R27a5e06c41034701"/>
    <p:sldLayoutId xmlns:r="http://schemas.openxmlformats.org/officeDocument/2006/relationships" id="2147483668" r:id="Rb4bcb9264f2f4346"/>
    <p:sldLayoutId xmlns:r="http://schemas.openxmlformats.org/officeDocument/2006/relationships" id="2147483669" r:id="Re93bcb7b830f4a32"/>
    <p:sldLayoutId xmlns:r="http://schemas.openxmlformats.org/officeDocument/2006/relationships" id="2147483670" r:id="R489dc9cb254041be"/>
    <p:sldLayoutId xmlns:r="http://schemas.openxmlformats.org/officeDocument/2006/relationships" id="2147483671" r:id="R09142ad7decd4fcb"/>
    <p:sldLayoutId xmlns:r="http://schemas.openxmlformats.org/officeDocument/2006/relationships" id="2147483672" r:id="Ra1d3b979539f4d48"/>
    <p:sldLayoutId xmlns:r="http://schemas.openxmlformats.org/officeDocument/2006/relationships" id="2147483673" r:id="Rd75cb37cd0ee49cf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1_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aad4bb08c54ba9" /><Relationship Type="http://schemas.openxmlformats.org/officeDocument/2006/relationships/notesSlide" Target="/ppt/notesSlides/notesSlide1.xml" Id="R8f2fcfd9f2d445c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灯片编号占位符 2">
            <a:extLst xmlns:a="http://schemas.openxmlformats.org/drawingml/2006/main">
              <a:ext uri="{FF2B5EF4-FFF2-40B4-BE49-F238E27FC236}">
                <a16:creationId xmlns:a16="http://schemas.microsoft.com/office/drawing/2014/main" id="{0ED2E466-3FB4-B4B7-0353-A9B4703AC3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332237" y="6444749"/>
            <a:ext cx="726798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250BC3F-493B-46EA-8325-088598485326}" type="slidenum">
              <a:t>1</a:t>
            </a:fld>
          </a:p>
        </p:txBody>
      </p:sp>
      <p:sp>
        <p:nvSpPr>
          <p:cNvPr id="2" name="テキスト ボックス 2">
            <a:extLst xmlns:a="http://schemas.openxmlformats.org/drawingml/2006/main">
              <a:ext uri="{FF2B5EF4-FFF2-40B4-BE49-F238E27FC236}">
                <a16:creationId xmlns:a16="http://schemas.microsoft.com/office/drawing/2014/main" id="{8CE213E0-4A53-CF7D-5238-31983FBA3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22" y="64332"/>
            <a:ext cx="7951198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/>
            </a:solidFill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000">
                <a:latin typeface="Arial"/>
                <a:ea typeface="Arial"/>
                <a:cs typeface="Arial"/>
              </a:rPr>
              <a:t>题目: FPGA-TRNG阶段成果及AES密钥规划</a:t>
            </a:r>
          </a:p>
        </p:txBody>
      </p:sp>
      <p:sp>
        <p:nvSpPr>
          <p:cNvPr id="5" name="テキスト ボックス 3">
            <a:extLst xmlns:a="http://schemas.openxmlformats.org/drawingml/2006/main">
              <a:ext uri="{FF2B5EF4-FFF2-40B4-BE49-F238E27FC236}">
                <a16:creationId xmlns:a16="http://schemas.microsoft.com/office/drawing/2014/main" id="{2AA0ADDF-D624-98D6-FA34-48A921AD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22" y="581830"/>
            <a:ext cx="2330698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/>
            </a:solidFill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000">
                <a:latin typeface="Arial"/>
                <a:ea typeface="Arial"/>
                <a:cs typeface="Arial"/>
              </a:rPr>
              <a:t>日期</a:t>
            </a:r>
            <a:r>
              <a:rPr sz="2000">
                <a:latin typeface="Arial"/>
                <a:ea typeface="Arial"/>
                <a:cs typeface="Arial"/>
              </a:rPr>
              <a:t>: 2026.8.7</a:t>
            </a:r>
          </a:p>
        </p:txBody>
      </p:sp>
      <p:sp>
        <p:nvSpPr>
          <p:cNvPr id="7" name="テキスト ボックス 4">
            <a:extLst xmlns:a="http://schemas.openxmlformats.org/drawingml/2006/main">
              <a:ext uri="{FF2B5EF4-FFF2-40B4-BE49-F238E27FC236}">
                <a16:creationId xmlns:a16="http://schemas.microsoft.com/office/drawing/2014/main" id="{801B74B4-DBB8-00AA-0BDD-06C5876D4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8955" y="581830"/>
            <a:ext cx="2779300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/>
            </a:solidFill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000">
                <a:latin typeface="Arial"/>
                <a:ea typeface="Arial"/>
                <a:cs typeface="Arial"/>
              </a:rPr>
              <a:t>姓名</a:t>
            </a:r>
            <a:r>
              <a:rPr sz="2000">
                <a:latin typeface="Arial"/>
                <a:ea typeface="Arial"/>
                <a:cs typeface="Arial"/>
              </a:rPr>
              <a:t>: </a:t>
            </a:r>
            <a:r>
              <a:rPr sz="2000">
                <a:latin typeface="Arial"/>
                <a:ea typeface="Arial"/>
                <a:cs typeface="Arial"/>
              </a:rPr>
              <a:t>贾跃</a:t>
            </a: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30C5EE45-BA16-C54A-C73C-5EEF5E54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30" y="1755530"/>
            <a:ext cx="9048480" cy="9233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buAutoNum type="arabicPeriod"/>
            </a:pPr>
            <a:r>
              <a:t>完成 neoTRNG 熵源、SHA-256 后处理和 UART 下板验证</a:t>
            </a:r>
          </a:p>
          <a:p xmlns:a="http://schemas.openxmlformats.org/drawingml/2006/main">
            <a:r>
              <a:t>帧格式升级：128 字节原始数据 + 32 字节硬件 SHA-256</a:t>
            </a:r>
          </a:p>
          <a:p xmlns:a="http://schemas.openxmlformats.org/drawingml/2006/main">
            <a:r>
              <a:t>Python 端可采集 1MiB，复算哈希并输出随机性指标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4F9838E4-4C78-8375-A00F-1B947152E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0" cy="95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285750" indent="-285750">
              <a:buFont typeface="Wingdings"/>
              <a:buChar char="Ø"/>
            </a:pPr>
            <a:r>
              <a:rPr b="1"/>
              <a:t/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A606C0F1-E306-446E-2909-B624608B6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80" y="1303769"/>
            <a:ext cx="1650345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285750" indent="-285750">
              <a:buFont typeface="Wingdings"/>
              <a:buChar char="Ø"/>
            </a:pPr>
            <a:r>
              <a:rPr b="1"/>
              <a:t>目前进展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89FAD3E7-0AEA-C249-236B-88FEF527D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0" cy="95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buAutoNum type="arabicPeriod"/>
            </a:pPr>
            <a:r>
              <a:t/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CF51409E-F427-8F80-3DAB-4255EDD5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80" y="5134171"/>
            <a:ext cx="9145100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buAutoNum type="arabicPeriod"/>
            </a:pPr>
            <a:r>
              <a:t>继续采集 10MiB 以上实测数据；若时间允许，推进 FPGA 端 AES 模块集成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7A4001CA-51F1-3343-FB5C-3F212303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131" y="4681552"/>
            <a:ext cx="463391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285750" indent="-285750">
              <a:buFont typeface="Wingdings"/>
              <a:buChar char="Ø"/>
            </a:pPr>
            <a:r>
              <a:rPr b="1"/>
              <a:t>需求</a:t>
            </a:r>
            <a:r>
              <a:rPr sz="1800" b="1"/>
              <a:t>：</a:t>
            </a:r>
          </a:p>
        </p:txBody>
      </p:sp>
      <p:sp>
        <p:nvSpPr>
          <p:cNvPr id="22" name="future-plan-title">
            <a:extLst xmlns:a="http://schemas.openxmlformats.org/drawingml/2006/main">
              <a:ext uri="{FF2B5EF4-FFF2-40B4-BE49-F238E27FC236}">
                <a16:creationId xmlns:a16="http://schemas.microsoft.com/office/drawing/2014/main" id="{C6D68FDF-2629-4D92-847A-E5ADFEDFF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0375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未来规划</a:t>
            </a:r>
          </a:p>
        </p:txBody>
      </p:sp>
      <p:sp>
        <p:nvSpPr>
          <p:cNvPr id="23" name="future-plan-body">
            <a:extLst xmlns:a="http://schemas.openxmlformats.org/drawingml/2006/main">
              <a:ext uri="{FF2B5EF4-FFF2-40B4-BE49-F238E27FC236}">
                <a16:creationId xmlns:a16="http://schemas.microsoft.com/office/drawing/2014/main" id="{0F8BB845-85C7-45EE-B84D-D7A9253B4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48050"/>
            <a:ext cx="1028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0000"/>
                </a:solidFill>
              </a:defRPr>
            </a:pPr>
            <a:r>
              <a:rPr sz="1950">
                <a:solidFill>
                  <a:srgbClr val="000000"/>
                </a:solidFill>
              </a:rPr>
              <a:t>1. 用 SHA-256 摘要生成 AES-256 密钥材料，完成 Python 加解密验证</a:t>
            </a:r>
          </a:p>
          <a:p xmlns:a="http://schemas.openxmlformats.org/drawingml/2006/main">
            <a:pPr>
              <a:defRPr sz="1950">
                <a:solidFill>
                  <a:srgbClr val="000000"/>
                </a:solidFill>
              </a:defRPr>
            </a:pPr>
            <a:r>
              <a:rPr sz="1950">
                <a:solidFill>
                  <a:srgbClr val="000000"/>
                </a:solidFill>
              </a:rPr>
              <a:t>2. 扩大采样，加入 NIST SP 800-22 离线统计测试</a:t>
            </a:r>
          </a:p>
          <a:p xmlns:a="http://schemas.openxmlformats.org/drawingml/2006/main">
            <a:pPr>
              <a:defRPr sz="1950">
                <a:solidFill>
                  <a:srgbClr val="000000"/>
                </a:solidFill>
              </a:defRPr>
            </a:pPr>
            <a:r>
              <a:rPr sz="1950">
                <a:solidFill>
                  <a:srgbClr val="000000"/>
                </a:solidFill>
              </a:rPr>
              <a:t>3. 参考 NIST SP 800-90B 增加在线健康检测</a:t>
            </a:r>
          </a:p>
        </p:txBody>
      </p:sp>
    </p:spTree>
    <p:extLst>
      <p:ext uri="{BB962C8B-B14F-4D97-AF65-F5344CB8AC3E}">
        <p14:creationId xmlns:p14="http://schemas.microsoft.com/office/powerpoint/2010/main" val="4186174898"/>
      </p:ext>
    </p:extLst>
  </p:cSld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2026-07-28T11:23:50.0600000Z</dcterms:created>
  <dcterms:modified xsi:type="dcterms:W3CDTF">2026-07-28T11:23:50.0600000Z</dcterms:modified>
</coreProperties>
</file>